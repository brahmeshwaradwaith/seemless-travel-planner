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1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32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71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69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53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27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9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65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85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01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45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E617-7BE5-4B17-A78B-3B83C1DCDF27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4D164-5E09-43FD-AB22-21B5C07B8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41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3522" y="5457735"/>
            <a:ext cx="3452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>
                <a:solidFill>
                  <a:schemeClr val="bg1"/>
                </a:solidFill>
              </a:rPr>
              <a:t>Balu</a:t>
            </a:r>
            <a:r>
              <a:rPr lang="en-IN" dirty="0" smtClean="0">
                <a:solidFill>
                  <a:schemeClr val="bg1"/>
                </a:solidFill>
              </a:rPr>
              <a:t> Shankar   -- 25MVCSMR0097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Thrinath</a:t>
            </a:r>
            <a:r>
              <a:rPr lang="en-US" dirty="0" smtClean="0">
                <a:solidFill>
                  <a:schemeClr val="bg1"/>
                </a:solidFill>
              </a:rPr>
              <a:t>           – 25MVCSMR0139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Vivek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goud</a:t>
            </a:r>
            <a:r>
              <a:rPr lang="en-US" dirty="0" smtClean="0">
                <a:solidFill>
                  <a:schemeClr val="bg1"/>
                </a:solidFill>
              </a:rPr>
              <a:t>       – 25MVCSMR0114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Adwaith</a:t>
            </a:r>
            <a:r>
              <a:rPr lang="en-US" dirty="0" smtClean="0">
                <a:solidFill>
                  <a:schemeClr val="bg1"/>
                </a:solidFill>
              </a:rPr>
              <a:t>           -- 25MVCSMR0108</a:t>
            </a:r>
            <a:endParaRPr lang="en-IN" dirty="0" smtClean="0"/>
          </a:p>
        </p:txBody>
      </p:sp>
      <p:sp>
        <p:nvSpPr>
          <p:cNvPr id="6" name="Rectangle 5"/>
          <p:cNvSpPr/>
          <p:nvPr/>
        </p:nvSpPr>
        <p:spPr>
          <a:xfrm>
            <a:off x="3965713" y="6196399"/>
            <a:ext cx="2721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>
                <a:solidFill>
                  <a:schemeClr val="bg1"/>
                </a:solidFill>
              </a:rPr>
              <a:t>Acadamic</a:t>
            </a:r>
            <a:r>
              <a:rPr lang="en-IN" dirty="0" smtClean="0">
                <a:solidFill>
                  <a:schemeClr val="bg1"/>
                </a:solidFill>
              </a:rPr>
              <a:t> Year : 2026-2027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965713" y="5904130"/>
            <a:ext cx="2424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Guide Name : </a:t>
            </a:r>
            <a:r>
              <a:rPr lang="en-IN" dirty="0" err="1" smtClean="0">
                <a:solidFill>
                  <a:schemeClr val="bg1"/>
                </a:solidFill>
              </a:rPr>
              <a:t>Anand</a:t>
            </a:r>
            <a:r>
              <a:rPr lang="en-IN" dirty="0" smtClean="0">
                <a:solidFill>
                  <a:schemeClr val="bg1"/>
                </a:solidFill>
              </a:rPr>
              <a:t> Sir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2000" contrast="8000"/>
                    </a14:imgEffect>
                    <a14:imgEffect>
                      <a14:colorTemperature colorTemp="10485"/>
                    </a14:imgEffect>
                    <a14:imgEffect>
                      <a14:saturation sat="385000"/>
                    </a14:imgEffect>
                    <a14:imgEffect>
                      <a14:sharpenSoften amount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3540" y="159838"/>
            <a:ext cx="1360460" cy="1294584"/>
          </a:xfrm>
          <a:prstGeom prst="rect">
            <a:avLst/>
          </a:prstGeom>
          <a:effectLst>
            <a:outerShdw dir="5580000" sx="42000" sy="42000" algn="ctr" rotWithShape="0">
              <a:srgbClr val="000000">
                <a:alpha val="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 flipH="1">
            <a:off x="1798983" y="122090"/>
            <a:ext cx="50590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    MALLA</a:t>
            </a:r>
            <a:r>
              <a:rPr lang="en-US" dirty="0" smtClean="0"/>
              <a:t>    </a:t>
            </a:r>
            <a:r>
              <a:rPr lang="en-US" sz="4000" b="1" dirty="0" smtClean="0">
                <a:solidFill>
                  <a:schemeClr val="bg1"/>
                </a:solidFill>
              </a:rPr>
              <a:t>REDDY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8932" y="783938"/>
            <a:ext cx="3250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chemeClr val="accent2"/>
                </a:solidFill>
              </a:rPr>
              <a:t>Technical</a:t>
            </a:r>
            <a:r>
              <a:rPr lang="en-US" dirty="0" smtClean="0"/>
              <a:t> </a:t>
            </a:r>
            <a:r>
              <a:rPr lang="en-US" sz="2800" i="1" dirty="0" smtClean="0">
                <a:solidFill>
                  <a:schemeClr val="accent2"/>
                </a:solidFill>
              </a:rPr>
              <a:t>Campus</a:t>
            </a:r>
            <a:endParaRPr lang="en-IN" sz="2800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72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582"/>
          </a:xfrm>
        </p:spPr>
      </p:pic>
    </p:spTree>
    <p:extLst>
      <p:ext uri="{BB962C8B-B14F-4D97-AF65-F5344CB8AC3E}">
        <p14:creationId xmlns:p14="http://schemas.microsoft.com/office/powerpoint/2010/main" val="66460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184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392" cy="6858000"/>
          </a:xfrm>
        </p:spPr>
      </p:pic>
    </p:spTree>
    <p:extLst>
      <p:ext uri="{BB962C8B-B14F-4D97-AF65-F5344CB8AC3E}">
        <p14:creationId xmlns:p14="http://schemas.microsoft.com/office/powerpoint/2010/main" val="256666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5056" cy="6858000"/>
          </a:xfrm>
        </p:spPr>
      </p:pic>
    </p:spTree>
    <p:extLst>
      <p:ext uri="{BB962C8B-B14F-4D97-AF65-F5344CB8AC3E}">
        <p14:creationId xmlns:p14="http://schemas.microsoft.com/office/powerpoint/2010/main" val="274003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9525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8910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0021" cy="6858000"/>
          </a:xfrm>
        </p:spPr>
      </p:pic>
    </p:spTree>
    <p:extLst>
      <p:ext uri="{BB962C8B-B14F-4D97-AF65-F5344CB8AC3E}">
        <p14:creationId xmlns:p14="http://schemas.microsoft.com/office/powerpoint/2010/main" val="52968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Travel black background Images - Free Download on Magnific (formerly  Freepik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474"/>
            <a:ext cx="12192000" cy="688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35897" y="1947000"/>
            <a:ext cx="5760103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9600" b="1" i="1" dirty="0" smtClean="0">
                <a:solidFill>
                  <a:schemeClr val="bg1"/>
                </a:solidFill>
              </a:rPr>
              <a:t>THANK</a:t>
            </a:r>
            <a:r>
              <a:rPr lang="en-IN" dirty="0" smtClean="0"/>
              <a:t> </a:t>
            </a:r>
          </a:p>
          <a:p>
            <a:r>
              <a:rPr lang="en-IN" sz="9600" dirty="0"/>
              <a:t> </a:t>
            </a:r>
            <a:r>
              <a:rPr lang="en-IN" sz="9600" dirty="0" smtClean="0"/>
              <a:t>           </a:t>
            </a:r>
            <a:r>
              <a:rPr lang="en-IN" sz="9600" b="1" i="1" dirty="0" smtClean="0">
                <a:solidFill>
                  <a:schemeClr val="bg1"/>
                </a:solidFill>
              </a:rPr>
              <a:t>YOU</a:t>
            </a:r>
            <a:endParaRPr lang="en-IN" sz="9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33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2026-10-10T04:45:14Z</dcterms:created>
  <dcterms:modified xsi:type="dcterms:W3CDTF">2026-10-10T05:14:06Z</dcterms:modified>
</cp:coreProperties>
</file>